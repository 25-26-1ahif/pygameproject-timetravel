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Object Sans Bold" charset="1" panose="00000300000000000000"/>
      <p:regular r:id="rId16"/>
    </p:embeddedFont>
    <p:embeddedFont>
      <p:font typeface="Object Sans" charset="1" panose="000003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504369" y="8335425"/>
            <a:ext cx="11754931" cy="1421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702"/>
              </a:lnSpc>
            </a:pPr>
            <a:r>
              <a:rPr lang="en-US" b="true" sz="12600" spc="-1008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VORSTELLUNG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504369" y="6816718"/>
            <a:ext cx="11754931" cy="1797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2319"/>
              </a:lnSpc>
            </a:pPr>
            <a:r>
              <a:rPr lang="en-US" sz="15999" spc="-127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TIMETRAVEL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325666"/>
            <a:ext cx="2604777" cy="559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Efe Yasar</a:t>
            </a:r>
          </a:p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Furkan Yildiz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019175"/>
            <a:ext cx="2604777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VORGESTELLT VON: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192528" y="1039916"/>
            <a:ext cx="3695766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POS1 - pygame-2D-Projekt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4577721" y="-1456904"/>
            <a:ext cx="3086100" cy="308610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F2B1E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566153" y="-1924050"/>
            <a:ext cx="3086100" cy="308610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74C3E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-1144095" y="8743950"/>
            <a:ext cx="3086100" cy="3086100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74C3E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-1915120" y="6887451"/>
            <a:ext cx="3086100" cy="3086100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9389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58042" y="1171575"/>
            <a:ext cx="4340847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4999" spc="-24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INHALT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264835" y="8226599"/>
            <a:ext cx="3086100" cy="30861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74C3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7259300" y="6532598"/>
            <a:ext cx="3086100" cy="308610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F2B1E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543050" y="-1806645"/>
            <a:ext cx="3086100" cy="308610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74C3E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-2057400" y="506429"/>
            <a:ext cx="3086100" cy="3086100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9389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646839" y="506429"/>
            <a:ext cx="5612461" cy="3599022"/>
            <a:chOff x="0" y="0"/>
            <a:chExt cx="7483282" cy="479869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483282" cy="4798696"/>
            </a:xfrm>
            <a:custGeom>
              <a:avLst/>
              <a:gdLst/>
              <a:ahLst/>
              <a:cxnLst/>
              <a:rect r="r" b="b" t="t" l="l"/>
              <a:pathLst>
                <a:path h="4798696" w="7483282">
                  <a:moveTo>
                    <a:pt x="0" y="0"/>
                  </a:moveTo>
                  <a:lnTo>
                    <a:pt x="7483282" y="0"/>
                  </a:lnTo>
                  <a:lnTo>
                    <a:pt x="7483282" y="4798696"/>
                  </a:lnTo>
                  <a:lnTo>
                    <a:pt x="0" y="47986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291844" y="294685"/>
              <a:ext cx="6805045" cy="4367243"/>
            </a:xfrm>
            <a:custGeom>
              <a:avLst/>
              <a:gdLst/>
              <a:ahLst/>
              <a:cxnLst/>
              <a:rect r="r" b="b" t="t" l="l"/>
              <a:pathLst>
                <a:path h="4367243" w="6805045">
                  <a:moveTo>
                    <a:pt x="0" y="0"/>
                  </a:moveTo>
                  <a:lnTo>
                    <a:pt x="6805045" y="0"/>
                  </a:lnTo>
                  <a:lnTo>
                    <a:pt x="6805045" y="4367242"/>
                  </a:lnTo>
                  <a:lnTo>
                    <a:pt x="0" y="43672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4168" r="0" b="-4168"/>
              </a:stretch>
            </a:blip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15478582" y="3266825"/>
            <a:ext cx="2094039" cy="2597822"/>
          </a:xfrm>
          <a:custGeom>
            <a:avLst/>
            <a:gdLst/>
            <a:ahLst/>
            <a:cxnLst/>
            <a:rect r="r" b="b" t="t" l="l"/>
            <a:pathLst>
              <a:path h="2597822" w="2094039">
                <a:moveTo>
                  <a:pt x="0" y="0"/>
                </a:moveTo>
                <a:lnTo>
                  <a:pt x="2094038" y="0"/>
                </a:lnTo>
                <a:lnTo>
                  <a:pt x="2094038" y="2597821"/>
                </a:lnTo>
                <a:lnTo>
                  <a:pt x="0" y="25978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028700" y="6115050"/>
            <a:ext cx="8740378" cy="3143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7" indent="-323848" lvl="1">
              <a:lnSpc>
                <a:spcPts val="3599"/>
              </a:lnSpc>
              <a:buAutoNum type="arabicPeriod" startAt="1"/>
            </a:pPr>
            <a:r>
              <a:rPr lang="en-US" sz="29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INHALTSANGABE</a:t>
            </a:r>
          </a:p>
          <a:p>
            <a:pPr algn="l" marL="647697" indent="-323848" lvl="1">
              <a:lnSpc>
                <a:spcPts val="3599"/>
              </a:lnSpc>
              <a:buAutoNum type="arabicPeriod" startAt="1"/>
            </a:pPr>
            <a:r>
              <a:rPr lang="en-US" sz="29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IDEE &amp; VISION</a:t>
            </a:r>
          </a:p>
          <a:p>
            <a:pPr algn="l" marL="647697" indent="-323848" lvl="1">
              <a:lnSpc>
                <a:spcPts val="3599"/>
              </a:lnSpc>
              <a:buAutoNum type="arabicPeriod" startAt="1"/>
            </a:pPr>
            <a:r>
              <a:rPr lang="en-US" sz="29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SPIELPRINZIP</a:t>
            </a:r>
          </a:p>
          <a:p>
            <a:pPr algn="l" marL="647697" indent="-323848" lvl="1">
              <a:lnSpc>
                <a:spcPts val="3599"/>
              </a:lnSpc>
              <a:buAutoNum type="arabicPeriod" startAt="1"/>
            </a:pPr>
            <a:r>
              <a:rPr lang="en-US" sz="29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DEFINIERTE MUST-HAVES/NICE-TO-HAVES</a:t>
            </a:r>
          </a:p>
          <a:p>
            <a:pPr algn="l" marL="647697" indent="-323848" lvl="1">
              <a:lnSpc>
                <a:spcPts val="3599"/>
              </a:lnSpc>
              <a:buAutoNum type="arabicPeriod" startAt="1"/>
            </a:pPr>
            <a:r>
              <a:rPr lang="en-US" sz="29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ARCHITEKTUR</a:t>
            </a:r>
          </a:p>
          <a:p>
            <a:pPr algn="l" marL="647697" indent="-323848" lvl="1">
              <a:lnSpc>
                <a:spcPts val="3599"/>
              </a:lnSpc>
              <a:buAutoNum type="arabicPeriod" startAt="1"/>
            </a:pPr>
            <a:r>
              <a:rPr lang="en-US" sz="29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LIVE VORZEIGEN</a:t>
            </a:r>
          </a:p>
          <a:p>
            <a:pPr algn="l" marL="647697" indent="-323848" lvl="1">
              <a:lnSpc>
                <a:spcPts val="3599"/>
              </a:lnSpc>
              <a:spcBef>
                <a:spcPct val="0"/>
              </a:spcBef>
              <a:buAutoNum type="arabicPeriod" startAt="1"/>
            </a:pPr>
            <a:r>
              <a:rPr lang="en-US" sz="29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FAZIT &amp; SCHLUSS</a:t>
            </a: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493800" y="7304331"/>
            <a:ext cx="333025" cy="333025"/>
          </a:xfrm>
          <a:custGeom>
            <a:avLst/>
            <a:gdLst/>
            <a:ahLst/>
            <a:cxnLst/>
            <a:rect r="r" b="b" t="t" l="l"/>
            <a:pathLst>
              <a:path h="333025" w="333025">
                <a:moveTo>
                  <a:pt x="0" y="0"/>
                </a:moveTo>
                <a:lnTo>
                  <a:pt x="333025" y="0"/>
                </a:lnTo>
                <a:lnTo>
                  <a:pt x="333025" y="333024"/>
                </a:lnTo>
                <a:lnTo>
                  <a:pt x="0" y="3330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856113" y="4868230"/>
            <a:ext cx="4885205" cy="5269646"/>
          </a:xfrm>
          <a:custGeom>
            <a:avLst/>
            <a:gdLst/>
            <a:ahLst/>
            <a:cxnLst/>
            <a:rect r="r" b="b" t="t" l="l"/>
            <a:pathLst>
              <a:path h="5269646" w="4885205">
                <a:moveTo>
                  <a:pt x="0" y="0"/>
                </a:moveTo>
                <a:lnTo>
                  <a:pt x="4885205" y="0"/>
                </a:lnTo>
                <a:lnTo>
                  <a:pt x="4885205" y="5269646"/>
                </a:lnTo>
                <a:lnTo>
                  <a:pt x="0" y="52696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203776" y="1150232"/>
            <a:ext cx="6989397" cy="3931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4"/>
              </a:lnSpc>
              <a:spcBef>
                <a:spcPct val="0"/>
              </a:spcBef>
            </a:pPr>
            <a:r>
              <a:rPr lang="en-US" sz="3195" spc="-159">
                <a:solidFill>
                  <a:srgbClr val="000000"/>
                </a:solidFill>
                <a:latin typeface="Object Sans"/>
                <a:ea typeface="Object Sans"/>
                <a:cs typeface="Object Sans"/>
                <a:sym typeface="Object Sans"/>
              </a:rPr>
              <a:t> Ein Jung</a:t>
            </a:r>
            <a:r>
              <a:rPr lang="en-US" sz="3195" spc="-159">
                <a:solidFill>
                  <a:srgbClr val="000000"/>
                </a:solidFill>
                <a:latin typeface="Object Sans"/>
                <a:ea typeface="Object Sans"/>
                <a:cs typeface="Object Sans"/>
                <a:sym typeface="Object Sans"/>
              </a:rPr>
              <a:t>e findet ein mysteriöses TagebuchBeim Öffnen wird er in verschiedene Epochen teleportiert – In jeder Epoche muss er Rätsel lösen, um weiterzukommen </a:t>
            </a:r>
          </a:p>
          <a:p>
            <a:pPr algn="ctr">
              <a:lnSpc>
                <a:spcPts val="4474"/>
              </a:lnSpc>
              <a:spcBef>
                <a:spcPct val="0"/>
              </a:spcBef>
            </a:pPr>
            <a:r>
              <a:rPr lang="en-US" sz="3195" spc="-159">
                <a:solidFill>
                  <a:srgbClr val="000000"/>
                </a:solidFill>
                <a:latin typeface="Object Sans"/>
                <a:ea typeface="Object Sans"/>
                <a:cs typeface="Object Sans"/>
                <a:sym typeface="Object Sans"/>
              </a:rPr>
              <a:t>Fokus auf Logik, Interaktion und Zeitdruck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-1123805" y="-1543050"/>
            <a:ext cx="3086100" cy="308610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74C3E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-2057400"/>
            <a:ext cx="3086100" cy="308610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F2B1E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4883867" y="4868230"/>
            <a:ext cx="2692205" cy="1885342"/>
          </a:xfrm>
          <a:custGeom>
            <a:avLst/>
            <a:gdLst/>
            <a:ahLst/>
            <a:cxnLst/>
            <a:rect r="r" b="b" t="t" l="l"/>
            <a:pathLst>
              <a:path h="1885342" w="2692205">
                <a:moveTo>
                  <a:pt x="0" y="0"/>
                </a:moveTo>
                <a:lnTo>
                  <a:pt x="2692204" y="0"/>
                </a:lnTo>
                <a:lnTo>
                  <a:pt x="2692204" y="1885342"/>
                </a:lnTo>
                <a:lnTo>
                  <a:pt x="0" y="188534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361" t="0" r="-361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28700" y="8086725"/>
            <a:ext cx="4340847" cy="1171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4999" spc="-24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IDEE&amp;</a:t>
            </a:r>
          </a:p>
          <a:p>
            <a:pPr algn="l">
              <a:lnSpc>
                <a:spcPts val="4499"/>
              </a:lnSpc>
            </a:pPr>
            <a:r>
              <a:rPr lang="en-US" b="true" sz="4999" spc="-249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VISION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68588" y="1185863"/>
            <a:ext cx="6990712" cy="3357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79"/>
              </a:lnSpc>
            </a:pPr>
            <a:r>
              <a:rPr lang="en-US" sz="31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In diesen Epochen muss er Quiz lösen oder Objekte einsammeln, um weiterzukommen. Es sollte eine Mischung aus Fantasy, einer schönen Map und interaktivem Quiz sein.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672004" y="795337"/>
            <a:ext cx="1350056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 b="true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IDEE</a:t>
            </a:r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59510" y="6192966"/>
            <a:ext cx="6838497" cy="4372735"/>
          </a:xfrm>
          <a:custGeom>
            <a:avLst/>
            <a:gdLst/>
            <a:ahLst/>
            <a:cxnLst/>
            <a:rect r="r" b="b" t="t" l="l"/>
            <a:pathLst>
              <a:path h="4372735" w="6838497">
                <a:moveTo>
                  <a:pt x="0" y="0"/>
                </a:moveTo>
                <a:lnTo>
                  <a:pt x="6838497" y="0"/>
                </a:lnTo>
                <a:lnTo>
                  <a:pt x="6838497" y="4372735"/>
                </a:lnTo>
                <a:lnTo>
                  <a:pt x="0" y="4372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3625648"/>
            <a:ext cx="4340847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4999" spc="-24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SPIELPRINZP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68588" y="1438275"/>
            <a:ext cx="6990712" cy="2323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W → nach oben</a:t>
            </a:r>
          </a:p>
          <a:p>
            <a:pPr algn="just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S → nach unten</a:t>
            </a:r>
          </a:p>
          <a:p>
            <a:pPr algn="just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D → nach rechts</a:t>
            </a:r>
          </a:p>
          <a:p>
            <a:pPr algn="just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A → nach links</a:t>
            </a:r>
          </a:p>
          <a:p>
            <a:pPr algn="just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oder Pfeiltasten</a:t>
            </a:r>
          </a:p>
          <a:p>
            <a:pPr algn="just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E → Interaktion</a:t>
            </a:r>
          </a:p>
          <a:p>
            <a:pPr algn="just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Klicken → Interaktion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68588" y="1019175"/>
            <a:ext cx="6990712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 b="true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STEUERUNG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68588" y="5117517"/>
            <a:ext cx="6990712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Drei (versteckte) Objekte finden und durch das Portal in die Gegenwart zurückkehren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68588" y="4471514"/>
            <a:ext cx="6990712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 b="true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ZIEL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68588" y="7903106"/>
            <a:ext cx="6990712" cy="989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Serialisierung in Form von Zeitmessung und Rangliste</a:t>
            </a:r>
          </a:p>
          <a:p>
            <a:pPr algn="just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Zeitmessung wird angefangen ab dem Betreten der Map bis man das Portal betritt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68588" y="7257103"/>
            <a:ext cx="6990712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 b="true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ZEITMESSUNG &amp; SERIALISIERUNG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-900614" y="-1188020"/>
            <a:ext cx="3086100" cy="308610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F2B1E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321379" y="-1565477"/>
            <a:ext cx="3086100" cy="3086100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74C3E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  <p:transition spd="slow">
    <p:push dir="u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28397" y="5143500"/>
            <a:ext cx="5934735" cy="5362842"/>
          </a:xfrm>
          <a:custGeom>
            <a:avLst/>
            <a:gdLst/>
            <a:ahLst/>
            <a:cxnLst/>
            <a:rect r="r" b="b" t="t" l="l"/>
            <a:pathLst>
              <a:path h="5362842" w="5934735">
                <a:moveTo>
                  <a:pt x="0" y="0"/>
                </a:moveTo>
                <a:lnTo>
                  <a:pt x="5934734" y="0"/>
                </a:lnTo>
                <a:lnTo>
                  <a:pt x="5934734" y="5362842"/>
                </a:lnTo>
                <a:lnTo>
                  <a:pt x="0" y="53628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795338"/>
            <a:ext cx="7738508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4999" spc="-24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DEFINIERTE MUST-HAVES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330520" y="1870458"/>
            <a:ext cx="11957480" cy="6434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Spielbarer Protagonist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  Steuerung oben genauer b</a:t>
            </a:r>
            <a:r>
              <a:rPr lang="en-US" sz="27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eschrieben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Speichern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Laden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Also funktionierende Serialisierung in Form von Rangliste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Level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  Fortschritt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ordentliche und übersichtliche Ordnerstruktur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ein Level Design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Anklickbare Schlagwörter/Bereiche im Tagebuch, um die Zeitreise auszuführen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1 Zeitreise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Animationen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6021353" y="8145439"/>
            <a:ext cx="3086100" cy="308610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F2B1E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972050" y="8743950"/>
            <a:ext cx="3086100" cy="308610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74C3E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7564403" y="6761864"/>
            <a:ext cx="3086100" cy="3086100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9389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  <p:transition spd="slow">
    <p:push dir="u"/>
  </p:transition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171575"/>
            <a:ext cx="5634431" cy="1171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4999" spc="-24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DEFINIERTE NICE-TOHAVES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101369" y="2055293"/>
            <a:ext cx="9157931" cy="5417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sz="30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Story</a:t>
            </a:r>
          </a:p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gute</a:t>
            </a:r>
            <a:r>
              <a:rPr lang="en-US" sz="30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 Grafik und Sound</a:t>
            </a:r>
          </a:p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Flüssiges Spiel</a:t>
            </a:r>
          </a:p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  dazu zählen u.a. so wenig Bugs oder Abstürze</a:t>
            </a:r>
          </a:p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 wie möglich</a:t>
            </a:r>
          </a:p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Easter Eggs/Detaills</a:t>
            </a:r>
          </a:p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schönes Level Design</a:t>
            </a:r>
          </a:p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tolles Gameplay</a:t>
            </a:r>
          </a:p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freigeschalteten Orte und Spielerposition in die </a:t>
            </a:r>
          </a:p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Serialisierung einbauen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6873539" y="578918"/>
            <a:ext cx="3086100" cy="3086100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938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122804" y="-964132"/>
            <a:ext cx="3086100" cy="308610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F2B1E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787439" y="-1735854"/>
            <a:ext cx="3086100" cy="308610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74C3E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-10800000">
            <a:off x="-1338628" y="6557864"/>
            <a:ext cx="3086100" cy="3086100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9389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-10800000">
            <a:off x="-587893" y="8100914"/>
            <a:ext cx="3086100" cy="3086100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F2B1E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-10800000">
            <a:off x="1747472" y="8872636"/>
            <a:ext cx="3086100" cy="3086100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74C3E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  <p:transition spd="slow">
    <p:push dir="u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31195" y="5783143"/>
            <a:ext cx="5428424" cy="4796753"/>
          </a:xfrm>
          <a:custGeom>
            <a:avLst/>
            <a:gdLst/>
            <a:ahLst/>
            <a:cxnLst/>
            <a:rect r="r" b="b" t="t" l="l"/>
            <a:pathLst>
              <a:path h="4796753" w="5428424">
                <a:moveTo>
                  <a:pt x="0" y="0"/>
                </a:moveTo>
                <a:lnTo>
                  <a:pt x="5428423" y="0"/>
                </a:lnTo>
                <a:lnTo>
                  <a:pt x="5428423" y="4796752"/>
                </a:lnTo>
                <a:lnTo>
                  <a:pt x="0" y="47967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54721" y="1819827"/>
            <a:ext cx="5634431" cy="1171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4999" spc="-24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PROJEKT </a:t>
            </a:r>
            <a:r>
              <a:rPr lang="en-US" b="true" sz="4999" spc="-249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TIMELINE</a:t>
            </a:r>
          </a:p>
        </p:txBody>
      </p:sp>
      <p:sp>
        <p:nvSpPr>
          <p:cNvPr name="AutoShape 4" id="4"/>
          <p:cNvSpPr/>
          <p:nvPr/>
        </p:nvSpPr>
        <p:spPr>
          <a:xfrm>
            <a:off x="5859618" y="3661570"/>
            <a:ext cx="11399682" cy="0"/>
          </a:xfrm>
          <a:prstGeom prst="line">
            <a:avLst/>
          </a:prstGeom>
          <a:ln cap="flat" w="38100">
            <a:solidFill>
              <a:srgbClr val="292B2D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5" id="5"/>
          <p:cNvSpPr txBox="true"/>
          <p:nvPr/>
        </p:nvSpPr>
        <p:spPr>
          <a:xfrm rot="0">
            <a:off x="4804532" y="4430289"/>
            <a:ext cx="3101671" cy="381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2478" b="true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PLANUNGSPHASE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859618" y="5609736"/>
            <a:ext cx="2046584" cy="1490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0"/>
              </a:lnSpc>
            </a:pPr>
            <a:r>
              <a:rPr lang="en-US" sz="2128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Waren noch sehr gelassen</a:t>
            </a:r>
          </a:p>
          <a:p>
            <a:pPr algn="l">
              <a:lnSpc>
                <a:spcPts val="2980"/>
              </a:lnSpc>
            </a:pPr>
            <a:r>
              <a:rPr lang="en-US" sz="2128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viele viele Ideen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293242" y="4430289"/>
            <a:ext cx="2553837" cy="753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2478" b="true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LEICHTE UMSETZUNG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293242" y="5636772"/>
            <a:ext cx="2391516" cy="1861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0"/>
              </a:lnSpc>
            </a:pPr>
            <a:r>
              <a:rPr lang="en-US" sz="2128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Gelegenheitlich Programmieren,</a:t>
            </a:r>
          </a:p>
          <a:p>
            <a:pPr algn="l">
              <a:lnSpc>
                <a:spcPts val="2980"/>
              </a:lnSpc>
            </a:pPr>
            <a:r>
              <a:rPr lang="en-US" sz="2128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noch nicht viele Stunden programmiert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743533" y="4430289"/>
            <a:ext cx="2046584" cy="753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2478" b="true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DEMO-ABGABE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743533" y="5609736"/>
            <a:ext cx="2046584" cy="2977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0"/>
              </a:lnSpc>
            </a:pPr>
            <a:r>
              <a:rPr lang="en-US" sz="2128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Das nötigste abgegeben</a:t>
            </a:r>
          </a:p>
          <a:p>
            <a:pPr algn="l">
              <a:lnSpc>
                <a:spcPts val="2980"/>
              </a:lnSpc>
            </a:pPr>
            <a:r>
              <a:rPr lang="en-US" sz="2128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2 Häuser betretbar mit nur 1 Quiz Object und kein Castle oder Portal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686570" y="4430289"/>
            <a:ext cx="2046584" cy="381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2478" b="true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ENDSPURT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686570" y="5609736"/>
            <a:ext cx="2208905" cy="2977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0"/>
              </a:lnSpc>
            </a:pPr>
            <a:r>
              <a:rPr lang="en-US" sz="2128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durch zuvor zu wenigem Programmieren sehr stressig</a:t>
            </a:r>
          </a:p>
          <a:p>
            <a:pPr algn="l">
              <a:lnSpc>
                <a:spcPts val="2980"/>
              </a:lnSpc>
            </a:pPr>
            <a:r>
              <a:rPr lang="en-US" sz="2128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Sonniges Wetter mit programmieren verbracht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5859618" y="3482773"/>
            <a:ext cx="329533" cy="329533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92B2D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800495" y="3482773"/>
            <a:ext cx="329533" cy="329533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92B2D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739878" y="3496803"/>
            <a:ext cx="329533" cy="329533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92B2D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4686570" y="3482773"/>
            <a:ext cx="329533" cy="329533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92B2D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-2700000">
            <a:off x="9436233" y="9225890"/>
            <a:ext cx="3086100" cy="3086100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9389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-2700000">
            <a:off x="8890821" y="-1467640"/>
            <a:ext cx="3086100" cy="3086100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9389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-2700000">
            <a:off x="7268871" y="-2027892"/>
            <a:ext cx="3086100" cy="3086100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F2B1E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-2700000">
            <a:off x="5071828" y="-922229"/>
            <a:ext cx="3086100" cy="3086100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74C3E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-200574">
            <a:off x="7586978" y="9036845"/>
            <a:ext cx="3086100" cy="3086100"/>
            <a:chOff x="0" y="0"/>
            <a:chExt cx="812800" cy="812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74C3E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  <p:transition spd="slow">
    <p:push dir="u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3359042"/>
            <a:ext cx="6895229" cy="6172200"/>
          </a:xfrm>
          <a:custGeom>
            <a:avLst/>
            <a:gdLst/>
            <a:ahLst/>
            <a:cxnLst/>
            <a:rect r="r" b="b" t="t" l="l"/>
            <a:pathLst>
              <a:path h="6172200" w="6895229">
                <a:moveTo>
                  <a:pt x="0" y="0"/>
                </a:moveTo>
                <a:lnTo>
                  <a:pt x="6895229" y="0"/>
                </a:lnTo>
                <a:lnTo>
                  <a:pt x="6895229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12762" y="1825983"/>
            <a:ext cx="5634431" cy="1171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4999" spc="-24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ARCHITEKTUR &amp; CODEDESIGN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923929" y="971550"/>
            <a:ext cx="9527151" cy="3347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Die Screens sind bis auf Leaderboard alle eine Funktion</a:t>
            </a:r>
          </a:p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Game_Variables.py hat eine Klasse GameObject</a:t>
            </a:r>
          </a:p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mit der ist es sehr leicht Objekte aus Tilesheets zu lesen</a:t>
            </a:r>
          </a:p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main.py dient als Screen_router</a:t>
            </a:r>
          </a:p>
        </p:txBody>
      </p:sp>
      <p:grpSp>
        <p:nvGrpSpPr>
          <p:cNvPr name="Group 5" id="5"/>
          <p:cNvGrpSpPr/>
          <p:nvPr/>
        </p:nvGrpSpPr>
        <p:grpSpPr>
          <a:xfrm rot="-5399999">
            <a:off x="257175" y="-1780267"/>
            <a:ext cx="3086100" cy="308610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938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5399999">
            <a:off x="-1285875" y="-1029532"/>
            <a:ext cx="3086100" cy="308610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F2B1E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5400000">
            <a:off x="14944725" y="8720111"/>
            <a:ext cx="3086100" cy="3086100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9389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5400000">
            <a:off x="16487775" y="7969377"/>
            <a:ext cx="3086100" cy="3086100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F2B1E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  <p:transition spd="slow">
    <p:push dir="u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787439" y="-1735854"/>
            <a:ext cx="3086100" cy="308610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74C3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122804" y="-964132"/>
            <a:ext cx="3086100" cy="308610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F2B1E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873539" y="578918"/>
            <a:ext cx="3086100" cy="308610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9389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28700" y="1137519"/>
            <a:ext cx="4340847" cy="1171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4999" spc="-24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LIVE VORZEIGEN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68588" y="8601710"/>
            <a:ext cx="6990712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Link zu Repository: https://github.com/25-26-1AHIF/pygameproject-timetravel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855472" y="5143500"/>
            <a:ext cx="4334514" cy="4190331"/>
            <a:chOff x="0" y="0"/>
            <a:chExt cx="1141600" cy="110362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41600" cy="1103626"/>
            </a:xfrm>
            <a:custGeom>
              <a:avLst/>
              <a:gdLst/>
              <a:ahLst/>
              <a:cxnLst/>
              <a:rect r="r" b="b" t="t" l="l"/>
              <a:pathLst>
                <a:path h="1103626" w="1141600">
                  <a:moveTo>
                    <a:pt x="30364" y="0"/>
                  </a:moveTo>
                  <a:lnTo>
                    <a:pt x="1111237" y="0"/>
                  </a:lnTo>
                  <a:cubicBezTo>
                    <a:pt x="1119290" y="0"/>
                    <a:pt x="1127013" y="3199"/>
                    <a:pt x="1132707" y="8893"/>
                  </a:cubicBezTo>
                  <a:cubicBezTo>
                    <a:pt x="1138401" y="14588"/>
                    <a:pt x="1141600" y="22311"/>
                    <a:pt x="1141600" y="30364"/>
                  </a:cubicBezTo>
                  <a:lnTo>
                    <a:pt x="1141600" y="1073262"/>
                  </a:lnTo>
                  <a:cubicBezTo>
                    <a:pt x="1141600" y="1081315"/>
                    <a:pt x="1138401" y="1089039"/>
                    <a:pt x="1132707" y="1094733"/>
                  </a:cubicBezTo>
                  <a:cubicBezTo>
                    <a:pt x="1127013" y="1100427"/>
                    <a:pt x="1119290" y="1103626"/>
                    <a:pt x="1111237" y="1103626"/>
                  </a:cubicBezTo>
                  <a:lnTo>
                    <a:pt x="30364" y="1103626"/>
                  </a:lnTo>
                  <a:cubicBezTo>
                    <a:pt x="22311" y="1103626"/>
                    <a:pt x="14588" y="1100427"/>
                    <a:pt x="8893" y="1094733"/>
                  </a:cubicBezTo>
                  <a:cubicBezTo>
                    <a:pt x="3199" y="1089039"/>
                    <a:pt x="0" y="1081315"/>
                    <a:pt x="0" y="1073262"/>
                  </a:cubicBezTo>
                  <a:lnTo>
                    <a:pt x="0" y="30364"/>
                  </a:lnTo>
                  <a:cubicBezTo>
                    <a:pt x="0" y="22311"/>
                    <a:pt x="3199" y="14588"/>
                    <a:pt x="8893" y="8893"/>
                  </a:cubicBezTo>
                  <a:cubicBezTo>
                    <a:pt x="14588" y="3199"/>
                    <a:pt x="22311" y="0"/>
                    <a:pt x="30364" y="0"/>
                  </a:cubicBezTo>
                  <a:close/>
                </a:path>
              </a:pathLst>
            </a:custGeom>
            <a:solidFill>
              <a:srgbClr val="AF2B1E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141600" cy="11417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855472" y="5143500"/>
            <a:ext cx="4334514" cy="4190331"/>
          </a:xfrm>
          <a:custGeom>
            <a:avLst/>
            <a:gdLst/>
            <a:ahLst/>
            <a:cxnLst/>
            <a:rect r="r" b="b" t="t" l="l"/>
            <a:pathLst>
              <a:path h="4190331" w="4334514">
                <a:moveTo>
                  <a:pt x="0" y="0"/>
                </a:moveTo>
                <a:lnTo>
                  <a:pt x="4334514" y="0"/>
                </a:lnTo>
                <a:lnTo>
                  <a:pt x="4334514" y="4190331"/>
                </a:lnTo>
                <a:lnTo>
                  <a:pt x="0" y="41903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u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93176" y="5143500"/>
            <a:ext cx="5109274" cy="5322160"/>
          </a:xfrm>
          <a:custGeom>
            <a:avLst/>
            <a:gdLst/>
            <a:ahLst/>
            <a:cxnLst/>
            <a:rect r="r" b="b" t="t" l="l"/>
            <a:pathLst>
              <a:path h="5322160" w="5109274">
                <a:moveTo>
                  <a:pt x="0" y="0"/>
                </a:moveTo>
                <a:lnTo>
                  <a:pt x="5109274" y="0"/>
                </a:lnTo>
                <a:lnTo>
                  <a:pt x="5109274" y="5322160"/>
                </a:lnTo>
                <a:lnTo>
                  <a:pt x="0" y="53221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2387950"/>
            <a:ext cx="13364970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b="true" sz="4999" spc="-249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VIELEN DANK FÜR EURE AUFMERKSAMKEIT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6523508" y="623772"/>
            <a:ext cx="3086100" cy="3086100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938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5772773" y="-919278"/>
            <a:ext cx="3086100" cy="308610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F2B1E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437408" y="-1690999"/>
            <a:ext cx="3086100" cy="308610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74C3E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5574324">
            <a:off x="14294355" y="8666263"/>
            <a:ext cx="3086100" cy="3086100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9389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5574324">
            <a:off x="15873474" y="7994706"/>
            <a:ext cx="3086100" cy="3086100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F2B1E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5574324">
            <a:off x="16762577" y="5701460"/>
            <a:ext cx="3086100" cy="3086100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74C3E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-3332860">
            <a:off x="1839530" y="-1391213"/>
            <a:ext cx="3086100" cy="3086100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9389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-3332860">
            <a:off x="142430" y="-1645094"/>
            <a:ext cx="3086100" cy="3086100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F2B1E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-3332860">
            <a:off x="-1815093" y="-155937"/>
            <a:ext cx="3086100" cy="3086100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74C3E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DAHNN3MdSxI</dc:identifier>
  <dcterms:modified xsi:type="dcterms:W3CDTF">2011-08-01T06:04:30Z</dcterms:modified>
  <cp:revision>1</cp:revision>
  <dc:title>Vorgestellt von:</dc:title>
</cp:coreProperties>
</file>